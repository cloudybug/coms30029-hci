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F254D-3ECD-4B04-B706-BCB7201F32AC}" v="25" dt="2025-11-07T13:38:42.824"/>
    <p1510:client id="{8B726533-6728-DEF3-1B06-666CF5E40FA3}" v="40" dt="2025-11-07T13:32:15.305"/>
    <p1510:client id="{B8F3B37F-08AA-F385-DBAD-D54EE7E75112}" v="234" dt="2025-11-07T13:37:58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2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8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59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7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1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0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1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8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34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2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reddit.com/r/smarthome/comments/1oq0ak3/smart_light_switches_for_bathroom_that_are_tee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reddit.com/r/smarthome/comments/h0runx/people_on_this_sub_be_like_smart_lock_suggesti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ADBBC86D-510B-F4D6-394A-2B934B2F2D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8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09928-5686-AE23-161C-2C29662F3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 anchor="t">
            <a:normAutofit/>
          </a:bodyPr>
          <a:lstStyle/>
          <a:p>
            <a:r>
              <a:rPr lang="en-GB" sz="4800"/>
              <a:t>r/</a:t>
            </a:r>
            <a:r>
              <a:rPr lang="en-GB" sz="4800" err="1"/>
              <a:t>smarthome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9ADC6-8263-5CBE-8B2B-026B7EC6B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76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1584-034C-2E42-2F06-FB330C43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Bathroom Smart Lights - "So you're a bad parent, also, that's stupid."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C18EB-14E0-F7D8-C126-D5CD255C9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  <a:hlinkClick r:id="rId2"/>
              </a:rPr>
              <a:t>https://www.reddit.com/r/smarthome/comments/1oq0ak3/smart_light_switches_for_bathroom_that_are_teen/</a:t>
            </a:r>
            <a:endParaRPr lang="en-GB">
              <a:ea typeface="+mn-lt"/>
              <a:cs typeface="+mn-lt"/>
            </a:endParaRPr>
          </a:p>
          <a:p>
            <a:endParaRPr lang="en-GB"/>
          </a:p>
          <a:p>
            <a:endParaRPr lang="en-GB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F2E8082-BECF-7B57-9A17-11898C74D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654" y="3642570"/>
            <a:ext cx="4152900" cy="1057275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8876BC97-1D62-1958-9FE2-B65640A4C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52" y="4540890"/>
            <a:ext cx="4171331" cy="992455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5AC0D630-3822-E6CB-6636-C2912233F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990" y="5528335"/>
            <a:ext cx="66675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2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C54B-5368-637A-29D3-E5B3FE7A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Anthropomorphising robot vacuums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DE1B4-0B08-5EFF-166C-0F8B120D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55" y="2204617"/>
            <a:ext cx="5371730" cy="1688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C3011-96A9-C94E-3E26-85AF4A086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91" y="4740704"/>
            <a:ext cx="8087854" cy="1571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9ADFDC-B64C-08C6-786F-18CEEC7D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347" y="2724619"/>
            <a:ext cx="5364951" cy="169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2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5BA4-656A-778A-6D4E-494A6FB9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Inside Jokes – self aware?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8EC9C-FABA-CBA3-16DC-96E65902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  <a:hlinkClick r:id="rId2"/>
              </a:rPr>
              <a:t>https://www.reddit.com/r/smarthome/comments/h0runx/people_on_this_sub_be_like_smart_lock_suggestions/</a:t>
            </a:r>
            <a:endParaRPr lang="en-GB">
              <a:ea typeface="+mn-lt"/>
              <a:cs typeface="+mn-lt"/>
            </a:endParaRPr>
          </a:p>
          <a:p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E3EDB2-92BC-1545-AC53-19A082CDB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48" y="3428258"/>
            <a:ext cx="6791325" cy="1485900"/>
          </a:xfrm>
          <a:prstGeom prst="rect">
            <a:avLst/>
          </a:prstGeom>
        </p:spPr>
      </p:pic>
      <p:pic>
        <p:nvPicPr>
          <p:cNvPr id="5" name="Picture 4" descr="A door with locks on it&#10;&#10;AI-generated content may be incorrect.">
            <a:extLst>
              <a:ext uri="{FF2B5EF4-FFF2-40B4-BE49-F238E27FC236}">
                <a16:creationId xmlns:a16="http://schemas.microsoft.com/office/drawing/2014/main" id="{D300D427-FE45-4310-524F-3865EF228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056" y="608981"/>
            <a:ext cx="3962277" cy="333424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B666C6-9CFC-2FA9-37ED-2482DDA90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086" y="4683269"/>
            <a:ext cx="5364059" cy="129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3952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7003BE9ECEA4F94D7C6688CFB6DB4" ma:contentTypeVersion="11" ma:contentTypeDescription="Create a new document." ma:contentTypeScope="" ma:versionID="3eda861764469e8966f2f363d7abf364">
  <xsd:schema xmlns:xsd="http://www.w3.org/2001/XMLSchema" xmlns:xs="http://www.w3.org/2001/XMLSchema" xmlns:p="http://schemas.microsoft.com/office/2006/metadata/properties" xmlns:ns2="a795dd7b-fd44-42a5-a049-a0c17ac41070" xmlns:ns3="fcf2330e-d694-46a5-9daf-2b725ce5ebb5" targetNamespace="http://schemas.microsoft.com/office/2006/metadata/properties" ma:root="true" ma:fieldsID="be0ae789d4d494b91de53ae9e6c4605f" ns2:_="" ns3:_="">
    <xsd:import namespace="a795dd7b-fd44-42a5-a049-a0c17ac41070"/>
    <xsd:import namespace="fcf2330e-d694-46a5-9daf-2b725ce5eb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5dd7b-fd44-42a5-a049-a0c17ac4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2330e-d694-46a5-9daf-2b725ce5ebb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f1e03c-9421-4877-b6e7-3e04a6047738}" ma:internalName="TaxCatchAll" ma:showField="CatchAllData" ma:web="fcf2330e-d694-46a5-9daf-2b725ce5eb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f2330e-d694-46a5-9daf-2b725ce5ebb5" xsi:nil="true"/>
    <lcf76f155ced4ddcb4097134ff3c332f xmlns="a795dd7b-fd44-42a5-a049-a0c17ac410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3C90B5-D2ED-4610-A2FC-1389633D0D3F}"/>
</file>

<file path=customXml/itemProps2.xml><?xml version="1.0" encoding="utf-8"?>
<ds:datastoreItem xmlns:ds="http://schemas.openxmlformats.org/officeDocument/2006/customXml" ds:itemID="{FE289197-41DC-4ED4-9F26-9F2232B9E92E}"/>
</file>

<file path=customXml/itemProps3.xml><?xml version="1.0" encoding="utf-8"?>
<ds:datastoreItem xmlns:ds="http://schemas.openxmlformats.org/officeDocument/2006/customXml" ds:itemID="{26545985-6759-489B-B84E-9C8C0E6E1A34}"/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</TotalTime>
  <Words>94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Grandview Display</vt:lpstr>
      <vt:lpstr>DashVTI</vt:lpstr>
      <vt:lpstr>r/smarthome</vt:lpstr>
      <vt:lpstr>Bathroom Smart Lights - "So you're a bad parent, also, that's stupid."</vt:lpstr>
      <vt:lpstr>Anthropomorphising robot vacuums</vt:lpstr>
      <vt:lpstr>Inside Jokes – self aware?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Clark</dc:creator>
  <cp:lastModifiedBy>Edward Clark</cp:lastModifiedBy>
  <cp:revision>2</cp:revision>
  <dcterms:created xsi:type="dcterms:W3CDTF">2025-11-07T13:18:33Z</dcterms:created>
  <dcterms:modified xsi:type="dcterms:W3CDTF">2025-11-07T13:38:42Z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0x0101005287003BE9ECEA4F94D7C6688CFB6DB4</vt:lpwstr>
  </property>
</Properties>
</file>