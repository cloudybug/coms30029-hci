
<file path=[Content_Types].xml><?xml version="1.0" encoding="utf-8"?>
<Types xmlns="http://schemas.openxmlformats.org/package/2006/content-types">
  <Default Extension="odttf" ContentType="application/vnd.openxmlformats-officedocument.obfuscatedFont"/>
  <Default Extension="png" ContentType="image/png"/>
  <Default Extension="rels" ContentType="application/vnd.openxmlformats-package.relationships+xml"/>
  <Default Extension="xml" ContentType="application/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2" Type="http://schemas.openxmlformats.org/officeDocument/2006/relationships/custom-properties" Target="docProps/custom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3" Type="http://schemas.openxmlformats.org/officeDocument/2006/relationships/presProps" Target="presProps.xml"/><Relationship Id="rId7" Type="http://schemas.openxmlformats.org/officeDocument/2006/relationships/slide" Target="slides/slide2.xml"/><Relationship Id="rId12" Type="http://schemas.openxmlformats.org/officeDocument/2006/relationships/customXml" Target="../customXml/item3.xml"/><Relationship Id="rId2" Type="http://schemas.openxmlformats.org/officeDocument/2006/relationships/viewProps" Target="viewProps.xml"/><Relationship Id="rId1" Type="http://schemas.openxmlformats.org/officeDocument/2006/relationships/theme" Target="theme/theme1.xml"/><Relationship Id="rId6" Type="http://schemas.openxmlformats.org/officeDocument/2006/relationships/slide" Target="slides/slide1.xml"/><Relationship Id="rId11" Type="http://schemas.openxmlformats.org/officeDocument/2006/relationships/customXml" Target="../customXml/item2.xml"/><Relationship Id="rId5" Type="http://schemas.openxmlformats.org/officeDocument/2006/relationships/notesMaster" Target="notesMasters/notesMaster1.xml"/><Relationship Id="rId10" Type="http://schemas.openxmlformats.org/officeDocument/2006/relationships/customXml" Target="../customXml/item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145d3feff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145d3feff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a145d3fef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a145d3fef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a145d3feff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a145d3feff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a145d3feff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a145d3feff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Alexa Online Ethnography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Konstantinos, Husain, Gerard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Ranting Against Alexa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2" name="Google Shape;6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95349" y="1152475"/>
            <a:ext cx="3939674" cy="1436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694" y="1272813"/>
            <a:ext cx="4094650" cy="2597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4" name="Google Shape;64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09938" y="3217000"/>
            <a:ext cx="4110490" cy="924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Enjoying Alexa</a:t>
            </a:r>
            <a:endParaRPr/>
          </a:p>
        </p:txBody>
      </p:sp>
      <p:sp>
        <p:nvSpPr>
          <p:cNvPr id="70" name="Google Shape;70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1" name="Google Shape;71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0598" y="1651663"/>
            <a:ext cx="3219526" cy="2418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53950" y="2247513"/>
            <a:ext cx="4343625" cy="1226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Funny Interaction</a:t>
            </a:r>
            <a:endParaRPr/>
          </a:p>
        </p:txBody>
      </p:sp>
      <p:sp>
        <p:nvSpPr>
          <p:cNvPr id="78" name="Google Shape;78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9" name="Google Shape;7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3751" y="1283575"/>
            <a:ext cx="3885125" cy="3154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0" y="1470413"/>
            <a:ext cx="4094300" cy="2780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287003BE9ECEA4F94D7C6688CFB6DB4" ma:contentTypeVersion="11" ma:contentTypeDescription="Create a new document." ma:contentTypeScope="" ma:versionID="3eda861764469e8966f2f363d7abf364">
  <xsd:schema xmlns:xsd="http://www.w3.org/2001/XMLSchema" xmlns:xs="http://www.w3.org/2001/XMLSchema" xmlns:p="http://schemas.microsoft.com/office/2006/metadata/properties" xmlns:ns2="a795dd7b-fd44-42a5-a049-a0c17ac41070" xmlns:ns3="fcf2330e-d694-46a5-9daf-2b725ce5ebb5" targetNamespace="http://schemas.microsoft.com/office/2006/metadata/properties" ma:root="true" ma:fieldsID="be0ae789d4d494b91de53ae9e6c4605f" ns2:_="" ns3:_="">
    <xsd:import namespace="a795dd7b-fd44-42a5-a049-a0c17ac41070"/>
    <xsd:import namespace="fcf2330e-d694-46a5-9daf-2b725ce5ebb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795dd7b-fd44-42a5-a049-a0c17ac4107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dd084387-097e-4aef-8f33-0dee7b0eb57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cf2330e-d694-46a5-9daf-2b725ce5ebb5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23f1e03c-9421-4877-b6e7-3e04a6047738}" ma:internalName="TaxCatchAll" ma:showField="CatchAllData" ma:web="fcf2330e-d694-46a5-9daf-2b725ce5ebb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fcf2330e-d694-46a5-9daf-2b725ce5ebb5" xsi:nil="true"/>
    <lcf76f155ced4ddcb4097134ff3c332f xmlns="a795dd7b-fd44-42a5-a049-a0c17ac41070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F91C005D-1421-4857-8CA8-D23692598B8D}"/>
</file>

<file path=customXml/itemProps2.xml><?xml version="1.0" encoding="utf-8"?>
<ds:datastoreItem xmlns:ds="http://schemas.openxmlformats.org/officeDocument/2006/customXml" ds:itemID="{21AD864A-42D8-4591-B703-4A58450B0341}"/>
</file>

<file path=customXml/itemProps3.xml><?xml version="1.0" encoding="utf-8"?>
<ds:datastoreItem xmlns:ds="http://schemas.openxmlformats.org/officeDocument/2006/customXml" ds:itemID="{32C7B11F-33DB-481D-B693-DF2D39380456}"/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0x0101005287003BE9ECEA4F94D7C6688CFB6DB4</vt:lpwstr>
  </property>
</Properties>
</file>