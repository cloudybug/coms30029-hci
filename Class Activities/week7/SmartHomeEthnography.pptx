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08077B-E024-9340-9E4A-F0C0A7BD8AD0}" v="34" dt="2025-11-07T13:34:33.176"/>
    <p1510:client id="{5576E5D2-DC18-D154-532F-BD26A7337ED7}" v="12" dt="2025-11-07T13:32:22.218"/>
    <p1510:client id="{93FE6D4A-1CA3-EAE9-5D41-DCE0319BDE6F}" v="12" dt="2025-11-07T13:34:05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2.xml"/><Relationship Id="rId5" Type="http://schemas.openxmlformats.org/officeDocument/2006/relationships/presProps" Target="presProps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lage of images of a smart home&#10;&#10;AI-generated content may be incorrect.">
            <a:extLst>
              <a:ext uri="{FF2B5EF4-FFF2-40B4-BE49-F238E27FC236}">
                <a16:creationId xmlns:a16="http://schemas.microsoft.com/office/drawing/2014/main" id="{6F21EBE7-E718-83AD-696A-8916B98E6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06" y="0"/>
            <a:ext cx="5829579" cy="3934919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40060FE7-4B65-91B3-FFAA-E95E9657B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09" y="1828800"/>
            <a:ext cx="6599438" cy="2090692"/>
          </a:xfrm>
          <a:prstGeom prst="rect">
            <a:avLst/>
          </a:prstGeom>
        </p:spPr>
      </p:pic>
      <p:pic>
        <p:nvPicPr>
          <p:cNvPr id="7" name="Picture 6" descr="A screenshot of a white text&#10;&#10;AI-generated content may be incorrect.">
            <a:extLst>
              <a:ext uri="{FF2B5EF4-FFF2-40B4-BE49-F238E27FC236}">
                <a16:creationId xmlns:a16="http://schemas.microsoft.com/office/drawing/2014/main" id="{AE16CB87-0E8A-1970-7260-6503C9C85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8520" y="3924855"/>
            <a:ext cx="7486650" cy="2781300"/>
          </a:xfrm>
          <a:prstGeom prst="rect">
            <a:avLst/>
          </a:prstGeom>
        </p:spPr>
      </p:pic>
      <p:pic>
        <p:nvPicPr>
          <p:cNvPr id="8" name="Picture 7" descr="A screenshot of a white text&#10;&#10;AI-generated content may be incorrect.">
            <a:extLst>
              <a:ext uri="{FF2B5EF4-FFF2-40B4-BE49-F238E27FC236}">
                <a16:creationId xmlns:a16="http://schemas.microsoft.com/office/drawing/2014/main" id="{7B9EF8D1-E9F9-F581-344F-260772481A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666" y="2451"/>
            <a:ext cx="4943290" cy="346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825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61A4103A-91F0-7557-0FE6-61841037F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991"/>
            <a:ext cx="12192000" cy="393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784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text&#10;&#10;AI-generated content may be incorrect.">
            <a:extLst>
              <a:ext uri="{FF2B5EF4-FFF2-40B4-BE49-F238E27FC236}">
                <a16:creationId xmlns:a16="http://schemas.microsoft.com/office/drawing/2014/main" id="{1DBCB596-07A9-1F07-5705-BE0E84DCE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89" y="819892"/>
            <a:ext cx="10724445" cy="2456406"/>
          </a:xfrm>
          <a:prstGeom prst="rect">
            <a:avLst/>
          </a:prstGeom>
        </p:spPr>
      </p:pic>
      <p:pic>
        <p:nvPicPr>
          <p:cNvPr id="5" name="Picture 4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2CAA1F68-F854-2B64-BEF0-B63945623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616" y="3104444"/>
            <a:ext cx="6168989" cy="361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87003BE9ECEA4F94D7C6688CFB6DB4" ma:contentTypeVersion="11" ma:contentTypeDescription="Create a new document." ma:contentTypeScope="" ma:versionID="3eda861764469e8966f2f363d7abf364">
  <xsd:schema xmlns:xsd="http://www.w3.org/2001/XMLSchema" xmlns:xs="http://www.w3.org/2001/XMLSchema" xmlns:p="http://schemas.microsoft.com/office/2006/metadata/properties" xmlns:ns2="a795dd7b-fd44-42a5-a049-a0c17ac41070" xmlns:ns3="fcf2330e-d694-46a5-9daf-2b725ce5ebb5" targetNamespace="http://schemas.microsoft.com/office/2006/metadata/properties" ma:root="true" ma:fieldsID="be0ae789d4d494b91de53ae9e6c4605f" ns2:_="" ns3:_="">
    <xsd:import namespace="a795dd7b-fd44-42a5-a049-a0c17ac41070"/>
    <xsd:import namespace="fcf2330e-d694-46a5-9daf-2b725ce5eb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95dd7b-fd44-42a5-a049-a0c17ac410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d084387-097e-4aef-8f33-0dee7b0eb5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f2330e-d694-46a5-9daf-2b725ce5ebb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3f1e03c-9421-4877-b6e7-3e04a6047738}" ma:internalName="TaxCatchAll" ma:showField="CatchAllData" ma:web="fcf2330e-d694-46a5-9daf-2b725ce5eb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cf2330e-d694-46a5-9daf-2b725ce5ebb5" xsi:nil="true"/>
    <lcf76f155ced4ddcb4097134ff3c332f xmlns="a795dd7b-fd44-42a5-a049-a0c17ac4107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E41EF2D-1DE7-46F7-A044-882AD919956C}"/>
</file>

<file path=customXml/itemProps2.xml><?xml version="1.0" encoding="utf-8"?>
<ds:datastoreItem xmlns:ds="http://schemas.openxmlformats.org/officeDocument/2006/customXml" ds:itemID="{5ED2B88E-1D3F-4395-AFCE-B886C41C5DF9}"/>
</file>

<file path=customXml/itemProps3.xml><?xml version="1.0" encoding="utf-8"?>
<ds:datastoreItem xmlns:ds="http://schemas.openxmlformats.org/officeDocument/2006/customXml" ds:itemID="{02795B9A-AC31-443A-A06B-4ECF3155EE82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</cp:revision>
  <dcterms:created xsi:type="dcterms:W3CDTF">2025-11-07T13:17:35Z</dcterms:created>
  <dcterms:modified xsi:type="dcterms:W3CDTF">2025-11-07T13:34:50Z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0x0101005287003BE9ECEA4F94D7C6688CFB6DB4</vt:lpwstr>
  </property>
</Properties>
</file>