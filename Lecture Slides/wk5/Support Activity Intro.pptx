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7" r:id="rId4"/>
  </p:sldMasterIdLst>
  <p:notesMasterIdLst>
    <p:notesMasterId r:id="rId7"/>
  </p:notesMasterIdLst>
  <p:sldIdLst>
    <p:sldId id="268" r:id="rId5"/>
    <p:sldId id="26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71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BB0C0-E7DA-8446-AB9A-9119D0BA151F}" v="131" dt="2025-10-20T10:16:14.167"/>
    <p1510:client id="{FF5A1E53-961A-B94B-B7E3-72CEFA4113E5}" v="1" dt="2025-10-20T10:43:50.4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84"/>
    <p:restoredTop sz="66234" autoAdjust="0"/>
  </p:normalViewPr>
  <p:slideViewPr>
    <p:cSldViewPr snapToGrid="0">
      <p:cViewPr varScale="1">
        <p:scale>
          <a:sx n="77" d="100"/>
          <a:sy n="77" d="100"/>
        </p:scale>
        <p:origin x="22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Stangroome" userId="50bc4851-94cf-4c15-9749-290074f3178f" providerId="ADAL" clId="{CE817416-5FBF-5ED9-B9DC-753C2BE35E99}"/>
    <pc:docChg chg="custSel modSld">
      <pc:chgData name="Grace Stangroome" userId="50bc4851-94cf-4c15-9749-290074f3178f" providerId="ADAL" clId="{CE817416-5FBF-5ED9-B9DC-753C2BE35E99}" dt="2025-10-20T10:43:39.040" v="80" actId="20577"/>
      <pc:docMkLst>
        <pc:docMk/>
      </pc:docMkLst>
      <pc:sldChg chg="modSp mod modNotesTx">
        <pc:chgData name="Grace Stangroome" userId="50bc4851-94cf-4c15-9749-290074f3178f" providerId="ADAL" clId="{CE817416-5FBF-5ED9-B9DC-753C2BE35E99}" dt="2025-10-20T10:43:39.040" v="80" actId="20577"/>
        <pc:sldMkLst>
          <pc:docMk/>
          <pc:sldMk cId="4134140405" sldId="268"/>
        </pc:sldMkLst>
        <pc:spChg chg="mod">
          <ac:chgData name="Grace Stangroome" userId="50bc4851-94cf-4c15-9749-290074f3178f" providerId="ADAL" clId="{CE817416-5FBF-5ED9-B9DC-753C2BE35E99}" dt="2025-10-20T10:35:21.048" v="1" actId="207"/>
          <ac:spMkLst>
            <pc:docMk/>
            <pc:sldMk cId="4134140405" sldId="268"/>
            <ac:spMk id="6" creationId="{E145FA87-8FA0-6C3A-DD8B-A98745AAA15C}"/>
          </ac:spMkLst>
        </pc:spChg>
        <pc:spChg chg="mod">
          <ac:chgData name="Grace Stangroome" userId="50bc4851-94cf-4c15-9749-290074f3178f" providerId="ADAL" clId="{CE817416-5FBF-5ED9-B9DC-753C2BE35E99}" dt="2025-10-20T10:35:47.641" v="3" actId="1076"/>
          <ac:spMkLst>
            <pc:docMk/>
            <pc:sldMk cId="4134140405" sldId="268"/>
            <ac:spMk id="7" creationId="{DD9797D4-FA0C-8812-40AA-33A6B237CF16}"/>
          </ac:spMkLst>
        </pc:spChg>
        <pc:spChg chg="mod">
          <ac:chgData name="Grace Stangroome" userId="50bc4851-94cf-4c15-9749-290074f3178f" providerId="ADAL" clId="{CE817416-5FBF-5ED9-B9DC-753C2BE35E99}" dt="2025-10-20T10:35:41.155" v="2" actId="208"/>
          <ac:spMkLst>
            <pc:docMk/>
            <pc:sldMk cId="4134140405" sldId="268"/>
            <ac:spMk id="8" creationId="{D0F889A5-F333-5B55-A1C9-E75474F7EE1B}"/>
          </ac:spMkLst>
        </pc:spChg>
        <pc:spChg chg="mod">
          <ac:chgData name="Grace Stangroome" userId="50bc4851-94cf-4c15-9749-290074f3178f" providerId="ADAL" clId="{CE817416-5FBF-5ED9-B9DC-753C2BE35E99}" dt="2025-10-20T10:35:49.559" v="4" actId="1076"/>
          <ac:spMkLst>
            <pc:docMk/>
            <pc:sldMk cId="4134140405" sldId="268"/>
            <ac:spMk id="12" creationId="{8C128AB0-C596-CD8E-D402-F3E8B831AC22}"/>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3E4868E-9F9B-4A82-AF21-AC0BA2A0BB9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37B551-CAD2-4864-B3CB-CCB4D45A82AF}">
      <dgm:prSet/>
      <dgm:spPr/>
      <dgm:t>
        <a:bodyPr/>
        <a:lstStyle/>
        <a:p>
          <a:pPr>
            <a:lnSpc>
              <a:spcPct val="100000"/>
            </a:lnSpc>
          </a:pPr>
          <a:r>
            <a:rPr lang="en-GB" noProof="0" dirty="0">
              <a:solidFill>
                <a:schemeClr val="tx2">
                  <a:lumMod val="10000"/>
                </a:schemeClr>
              </a:solidFill>
            </a:rPr>
            <a:t>Will help with your assessments</a:t>
          </a:r>
        </a:p>
      </dgm:t>
    </dgm:pt>
    <dgm:pt modelId="{5ACA0CAB-A40B-44BF-97C6-4C4B888878CF}" type="parTrans" cxnId="{05362DDD-FF01-45DA-B89E-045F570BCB2A}">
      <dgm:prSet/>
      <dgm:spPr/>
      <dgm:t>
        <a:bodyPr/>
        <a:lstStyle/>
        <a:p>
          <a:endParaRPr lang="en-US"/>
        </a:p>
      </dgm:t>
    </dgm:pt>
    <dgm:pt modelId="{4E7E739B-7123-49BA-9CC2-43B7E1171E92}" type="sibTrans" cxnId="{05362DDD-FF01-45DA-B89E-045F570BCB2A}">
      <dgm:prSet/>
      <dgm:spPr/>
      <dgm:t>
        <a:bodyPr/>
        <a:lstStyle/>
        <a:p>
          <a:endParaRPr lang="en-US"/>
        </a:p>
      </dgm:t>
    </dgm:pt>
    <dgm:pt modelId="{53471792-7FA6-4AF6-A0A6-D2B485A20CEE}">
      <dgm:prSet/>
      <dgm:spPr/>
      <dgm:t>
        <a:bodyPr/>
        <a:lstStyle/>
        <a:p>
          <a:pPr>
            <a:lnSpc>
              <a:spcPct val="100000"/>
            </a:lnSpc>
          </a:pPr>
          <a:r>
            <a:rPr lang="en-GB" noProof="0" dirty="0">
              <a:solidFill>
                <a:schemeClr val="tx2">
                  <a:lumMod val="10000"/>
                </a:schemeClr>
              </a:solidFill>
            </a:rPr>
            <a:t>You’ll get extra contact hours</a:t>
          </a:r>
        </a:p>
      </dgm:t>
    </dgm:pt>
    <dgm:pt modelId="{9F743809-B55D-49EF-BD18-1B06E90AD8F1}" type="parTrans" cxnId="{6B1C433D-E00B-41A1-A751-83A9B866997E}">
      <dgm:prSet/>
      <dgm:spPr/>
      <dgm:t>
        <a:bodyPr/>
        <a:lstStyle/>
        <a:p>
          <a:endParaRPr lang="en-US"/>
        </a:p>
      </dgm:t>
    </dgm:pt>
    <dgm:pt modelId="{95C2429F-DF64-4E1F-8581-F4192146CCE6}" type="sibTrans" cxnId="{6B1C433D-E00B-41A1-A751-83A9B866997E}">
      <dgm:prSet/>
      <dgm:spPr/>
      <dgm:t>
        <a:bodyPr/>
        <a:lstStyle/>
        <a:p>
          <a:endParaRPr lang="en-US"/>
        </a:p>
      </dgm:t>
    </dgm:pt>
    <dgm:pt modelId="{CB5DCA9D-6C6A-4290-81DB-6EACACED7E28}" type="pres">
      <dgm:prSet presAssocID="{83E4868E-9F9B-4A82-AF21-AC0BA2A0BB95}" presName="root" presStyleCnt="0">
        <dgm:presLayoutVars>
          <dgm:dir/>
          <dgm:resizeHandles val="exact"/>
        </dgm:presLayoutVars>
      </dgm:prSet>
      <dgm:spPr/>
    </dgm:pt>
    <dgm:pt modelId="{AF5B7365-A0AB-4354-BBBA-3074C4BE3228}" type="pres">
      <dgm:prSet presAssocID="{A637B551-CAD2-4864-B3CB-CCB4D45A82AF}" presName="compNode" presStyleCnt="0"/>
      <dgm:spPr/>
    </dgm:pt>
    <dgm:pt modelId="{93465D7F-3835-4D4E-A5AD-AF7D0EDFF2D8}" type="pres">
      <dgm:prSet presAssocID="{A637B551-CAD2-4864-B3CB-CCB4D45A82AF}" presName="bgRect" presStyleLbl="bgShp" presStyleIdx="0" presStyleCnt="2"/>
      <dgm:spPr/>
    </dgm:pt>
    <dgm:pt modelId="{D859AB76-FB2C-4F2D-B45C-5C3F198330B9}" type="pres">
      <dgm:prSet presAssocID="{A637B551-CAD2-4864-B3CB-CCB4D45A82AF}"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Users with solid fill"/>
        </a:ext>
      </dgm:extLst>
    </dgm:pt>
    <dgm:pt modelId="{7813058F-2BEE-4D3E-AC38-3AA32DBD8497}" type="pres">
      <dgm:prSet presAssocID="{A637B551-CAD2-4864-B3CB-CCB4D45A82AF}" presName="spaceRect" presStyleCnt="0"/>
      <dgm:spPr/>
    </dgm:pt>
    <dgm:pt modelId="{48DD9096-7CA4-49A2-8794-B2A4B453CB5D}" type="pres">
      <dgm:prSet presAssocID="{A637B551-CAD2-4864-B3CB-CCB4D45A82AF}" presName="parTx" presStyleLbl="revTx" presStyleIdx="0" presStyleCnt="2">
        <dgm:presLayoutVars>
          <dgm:chMax val="0"/>
          <dgm:chPref val="0"/>
        </dgm:presLayoutVars>
      </dgm:prSet>
      <dgm:spPr/>
    </dgm:pt>
    <dgm:pt modelId="{1DBE7B68-2066-4DE1-B41F-AFF59A599563}" type="pres">
      <dgm:prSet presAssocID="{4E7E739B-7123-49BA-9CC2-43B7E1171E92}" presName="sibTrans" presStyleCnt="0"/>
      <dgm:spPr/>
    </dgm:pt>
    <dgm:pt modelId="{D76D931D-2FD0-475D-BDD4-6C6FE3F3D3FA}" type="pres">
      <dgm:prSet presAssocID="{53471792-7FA6-4AF6-A0A6-D2B485A20CEE}" presName="compNode" presStyleCnt="0"/>
      <dgm:spPr/>
    </dgm:pt>
    <dgm:pt modelId="{66D2C59D-E9E1-4A67-A84A-4967058FEA10}" type="pres">
      <dgm:prSet presAssocID="{53471792-7FA6-4AF6-A0A6-D2B485A20CEE}" presName="bgRect" presStyleLbl="bgShp" presStyleIdx="1" presStyleCnt="2"/>
      <dgm:spPr>
        <a:solidFill>
          <a:schemeClr val="accent3">
            <a:lumMod val="60000"/>
            <a:lumOff val="40000"/>
          </a:schemeClr>
        </a:solidFill>
      </dgm:spPr>
    </dgm:pt>
    <dgm:pt modelId="{AE832485-D09F-49C5-B540-86F83A73D6E9}" type="pres">
      <dgm:prSet presAssocID="{53471792-7FA6-4AF6-A0A6-D2B485A20CEE}"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lassroom with solid fill"/>
        </a:ext>
      </dgm:extLst>
    </dgm:pt>
    <dgm:pt modelId="{8CB92825-538F-4F36-87A2-76650275A3CA}" type="pres">
      <dgm:prSet presAssocID="{53471792-7FA6-4AF6-A0A6-D2B485A20CEE}" presName="spaceRect" presStyleCnt="0"/>
      <dgm:spPr/>
    </dgm:pt>
    <dgm:pt modelId="{E1C05C34-92EF-4253-86F0-3F1A64078A01}" type="pres">
      <dgm:prSet presAssocID="{53471792-7FA6-4AF6-A0A6-D2B485A20CEE}" presName="parTx" presStyleLbl="revTx" presStyleIdx="1" presStyleCnt="2">
        <dgm:presLayoutVars>
          <dgm:chMax val="0"/>
          <dgm:chPref val="0"/>
        </dgm:presLayoutVars>
      </dgm:prSet>
      <dgm:spPr/>
    </dgm:pt>
  </dgm:ptLst>
  <dgm:cxnLst>
    <dgm:cxn modelId="{6B1C433D-E00B-41A1-A751-83A9B866997E}" srcId="{83E4868E-9F9B-4A82-AF21-AC0BA2A0BB95}" destId="{53471792-7FA6-4AF6-A0A6-D2B485A20CEE}" srcOrd="1" destOrd="0" parTransId="{9F743809-B55D-49EF-BD18-1B06E90AD8F1}" sibTransId="{95C2429F-DF64-4E1F-8581-F4192146CCE6}"/>
    <dgm:cxn modelId="{F9B401D1-BF5C-4043-8A35-5C43F714153B}" type="presOf" srcId="{A637B551-CAD2-4864-B3CB-CCB4D45A82AF}" destId="{48DD9096-7CA4-49A2-8794-B2A4B453CB5D}" srcOrd="0" destOrd="0" presId="urn:microsoft.com/office/officeart/2018/2/layout/IconVerticalSolidList"/>
    <dgm:cxn modelId="{05362DDD-FF01-45DA-B89E-045F570BCB2A}" srcId="{83E4868E-9F9B-4A82-AF21-AC0BA2A0BB95}" destId="{A637B551-CAD2-4864-B3CB-CCB4D45A82AF}" srcOrd="0" destOrd="0" parTransId="{5ACA0CAB-A40B-44BF-97C6-4C4B888878CF}" sibTransId="{4E7E739B-7123-49BA-9CC2-43B7E1171E92}"/>
    <dgm:cxn modelId="{E31E13ED-09FF-4A5B-8A91-28D612F635CE}" type="presOf" srcId="{83E4868E-9F9B-4A82-AF21-AC0BA2A0BB95}" destId="{CB5DCA9D-6C6A-4290-81DB-6EACACED7E28}" srcOrd="0" destOrd="0" presId="urn:microsoft.com/office/officeart/2018/2/layout/IconVerticalSolidList"/>
    <dgm:cxn modelId="{B15E77F0-20B2-40A0-900A-FD66450B9072}" type="presOf" srcId="{53471792-7FA6-4AF6-A0A6-D2B485A20CEE}" destId="{E1C05C34-92EF-4253-86F0-3F1A64078A01}" srcOrd="0" destOrd="0" presId="urn:microsoft.com/office/officeart/2018/2/layout/IconVerticalSolidList"/>
    <dgm:cxn modelId="{E4A03E26-94F0-4597-9610-6DD28F9F97B7}" type="presParOf" srcId="{CB5DCA9D-6C6A-4290-81DB-6EACACED7E28}" destId="{AF5B7365-A0AB-4354-BBBA-3074C4BE3228}" srcOrd="0" destOrd="0" presId="urn:microsoft.com/office/officeart/2018/2/layout/IconVerticalSolidList"/>
    <dgm:cxn modelId="{1D40420A-6D9A-4A57-8C75-31A550393D03}" type="presParOf" srcId="{AF5B7365-A0AB-4354-BBBA-3074C4BE3228}" destId="{93465D7F-3835-4D4E-A5AD-AF7D0EDFF2D8}" srcOrd="0" destOrd="0" presId="urn:microsoft.com/office/officeart/2018/2/layout/IconVerticalSolidList"/>
    <dgm:cxn modelId="{819D9A6B-4310-4E49-8FA2-B77502394F8D}" type="presParOf" srcId="{AF5B7365-A0AB-4354-BBBA-3074C4BE3228}" destId="{D859AB76-FB2C-4F2D-B45C-5C3F198330B9}" srcOrd="1" destOrd="0" presId="urn:microsoft.com/office/officeart/2018/2/layout/IconVerticalSolidList"/>
    <dgm:cxn modelId="{178BE884-988C-4E94-8F73-A3AE29E6BBF3}" type="presParOf" srcId="{AF5B7365-A0AB-4354-BBBA-3074C4BE3228}" destId="{7813058F-2BEE-4D3E-AC38-3AA32DBD8497}" srcOrd="2" destOrd="0" presId="urn:microsoft.com/office/officeart/2018/2/layout/IconVerticalSolidList"/>
    <dgm:cxn modelId="{5FF6408C-5B09-4708-BB3C-03BD8ACF75BB}" type="presParOf" srcId="{AF5B7365-A0AB-4354-BBBA-3074C4BE3228}" destId="{48DD9096-7CA4-49A2-8794-B2A4B453CB5D}" srcOrd="3" destOrd="0" presId="urn:microsoft.com/office/officeart/2018/2/layout/IconVerticalSolidList"/>
    <dgm:cxn modelId="{F115527D-205F-4D13-BDCE-8D2E01983B1F}" type="presParOf" srcId="{CB5DCA9D-6C6A-4290-81DB-6EACACED7E28}" destId="{1DBE7B68-2066-4DE1-B41F-AFF59A599563}" srcOrd="1" destOrd="0" presId="urn:microsoft.com/office/officeart/2018/2/layout/IconVerticalSolidList"/>
    <dgm:cxn modelId="{E0A919C0-1484-48AB-9A5C-8EDA68A32259}" type="presParOf" srcId="{CB5DCA9D-6C6A-4290-81DB-6EACACED7E28}" destId="{D76D931D-2FD0-475D-BDD4-6C6FE3F3D3FA}" srcOrd="2" destOrd="0" presId="urn:microsoft.com/office/officeart/2018/2/layout/IconVerticalSolidList"/>
    <dgm:cxn modelId="{6D572A3B-F4C4-4F28-BFB7-9EC47AE97219}" type="presParOf" srcId="{D76D931D-2FD0-475D-BDD4-6C6FE3F3D3FA}" destId="{66D2C59D-E9E1-4A67-A84A-4967058FEA10}" srcOrd="0" destOrd="0" presId="urn:microsoft.com/office/officeart/2018/2/layout/IconVerticalSolidList"/>
    <dgm:cxn modelId="{5CF9B320-FC5B-4667-A0D0-AF506B959471}" type="presParOf" srcId="{D76D931D-2FD0-475D-BDD4-6C6FE3F3D3FA}" destId="{AE832485-D09F-49C5-B540-86F83A73D6E9}" srcOrd="1" destOrd="0" presId="urn:microsoft.com/office/officeart/2018/2/layout/IconVerticalSolidList"/>
    <dgm:cxn modelId="{486F5EE5-9949-450C-866C-AFD761D53C93}" type="presParOf" srcId="{D76D931D-2FD0-475D-BDD4-6C6FE3F3D3FA}" destId="{8CB92825-538F-4F36-87A2-76650275A3CA}" srcOrd="2" destOrd="0" presId="urn:microsoft.com/office/officeart/2018/2/layout/IconVerticalSolidList"/>
    <dgm:cxn modelId="{E254F27B-5A1F-4A96-B440-55307C51531D}" type="presParOf" srcId="{D76D931D-2FD0-475D-BDD4-6C6FE3F3D3FA}" destId="{E1C05C34-92EF-4253-86F0-3F1A64078A0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465D7F-3835-4D4E-A5AD-AF7D0EDFF2D8}">
      <dsp:nvSpPr>
        <dsp:cNvPr id="0" name=""/>
        <dsp:cNvSpPr/>
      </dsp:nvSpPr>
      <dsp:spPr>
        <a:xfrm>
          <a:off x="0" y="744328"/>
          <a:ext cx="9193427" cy="13741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59AB76-FB2C-4F2D-B45C-5C3F198330B9}">
      <dsp:nvSpPr>
        <dsp:cNvPr id="0" name=""/>
        <dsp:cNvSpPr/>
      </dsp:nvSpPr>
      <dsp:spPr>
        <a:xfrm>
          <a:off x="415679" y="1053511"/>
          <a:ext cx="755780" cy="75578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DD9096-7CA4-49A2-8794-B2A4B453CB5D}">
      <dsp:nvSpPr>
        <dsp:cNvPr id="0" name=""/>
        <dsp:cNvSpPr/>
      </dsp:nvSpPr>
      <dsp:spPr>
        <a:xfrm>
          <a:off x="1587138" y="744328"/>
          <a:ext cx="7606288" cy="137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30" tIns="145430" rIns="145430" bIns="145430" numCol="1" spcCol="1270" anchor="ctr" anchorCtr="0">
          <a:noAutofit/>
        </a:bodyPr>
        <a:lstStyle/>
        <a:p>
          <a:pPr marL="0" lvl="0" indent="0" algn="l" defTabSz="1111250">
            <a:lnSpc>
              <a:spcPct val="100000"/>
            </a:lnSpc>
            <a:spcBef>
              <a:spcPct val="0"/>
            </a:spcBef>
            <a:spcAft>
              <a:spcPct val="35000"/>
            </a:spcAft>
            <a:buNone/>
          </a:pPr>
          <a:r>
            <a:rPr lang="en-GB" sz="2500" kern="1200" noProof="0" dirty="0">
              <a:solidFill>
                <a:schemeClr val="tx2">
                  <a:lumMod val="10000"/>
                </a:schemeClr>
              </a:solidFill>
            </a:rPr>
            <a:t>Will help with your assessments</a:t>
          </a:r>
        </a:p>
      </dsp:txBody>
      <dsp:txXfrm>
        <a:off x="1587138" y="744328"/>
        <a:ext cx="7606288" cy="1374145"/>
      </dsp:txXfrm>
    </dsp:sp>
    <dsp:sp modelId="{66D2C59D-E9E1-4A67-A84A-4967058FEA10}">
      <dsp:nvSpPr>
        <dsp:cNvPr id="0" name=""/>
        <dsp:cNvSpPr/>
      </dsp:nvSpPr>
      <dsp:spPr>
        <a:xfrm>
          <a:off x="0" y="2462010"/>
          <a:ext cx="9193427" cy="1374145"/>
        </a:xfrm>
        <a:prstGeom prst="roundRect">
          <a:avLst>
            <a:gd name="adj" fmla="val 10000"/>
          </a:avLst>
        </a:prstGeom>
        <a:solidFill>
          <a:schemeClr val="accent3">
            <a:lumMod val="60000"/>
            <a:lumOff val="40000"/>
          </a:schemeClr>
        </a:solidFill>
        <a:ln>
          <a:noFill/>
        </a:ln>
        <a:effectLst/>
      </dsp:spPr>
      <dsp:style>
        <a:lnRef idx="0">
          <a:scrgbClr r="0" g="0" b="0"/>
        </a:lnRef>
        <a:fillRef idx="1">
          <a:scrgbClr r="0" g="0" b="0"/>
        </a:fillRef>
        <a:effectRef idx="0">
          <a:scrgbClr r="0" g="0" b="0"/>
        </a:effectRef>
        <a:fontRef idx="minor"/>
      </dsp:style>
    </dsp:sp>
    <dsp:sp modelId="{AE832485-D09F-49C5-B540-86F83A73D6E9}">
      <dsp:nvSpPr>
        <dsp:cNvPr id="0" name=""/>
        <dsp:cNvSpPr/>
      </dsp:nvSpPr>
      <dsp:spPr>
        <a:xfrm>
          <a:off x="415679" y="2771193"/>
          <a:ext cx="755780" cy="75578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05C34-92EF-4253-86F0-3F1A64078A01}">
      <dsp:nvSpPr>
        <dsp:cNvPr id="0" name=""/>
        <dsp:cNvSpPr/>
      </dsp:nvSpPr>
      <dsp:spPr>
        <a:xfrm>
          <a:off x="1587138" y="2462010"/>
          <a:ext cx="7606288" cy="13741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430" tIns="145430" rIns="145430" bIns="145430" numCol="1" spcCol="1270" anchor="ctr" anchorCtr="0">
          <a:noAutofit/>
        </a:bodyPr>
        <a:lstStyle/>
        <a:p>
          <a:pPr marL="0" lvl="0" indent="0" algn="l" defTabSz="1111250">
            <a:lnSpc>
              <a:spcPct val="100000"/>
            </a:lnSpc>
            <a:spcBef>
              <a:spcPct val="0"/>
            </a:spcBef>
            <a:spcAft>
              <a:spcPct val="35000"/>
            </a:spcAft>
            <a:buNone/>
          </a:pPr>
          <a:r>
            <a:rPr lang="en-GB" sz="2500" kern="1200" noProof="0" dirty="0">
              <a:solidFill>
                <a:schemeClr val="tx2">
                  <a:lumMod val="10000"/>
                </a:schemeClr>
              </a:solidFill>
            </a:rPr>
            <a:t>You’ll get extra contact hours</a:t>
          </a:r>
        </a:p>
      </dsp:txBody>
      <dsp:txXfrm>
        <a:off x="1587138" y="2462010"/>
        <a:ext cx="7606288" cy="13741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29497-9F14-4690-8622-0DB2437875F3}" type="datetimeFigureOut">
              <a:rPr lang="en-GB" smtClean="0"/>
              <a:t>20/10/2025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2DA5E6-D69A-44E3-B4EE-00F91A2BD848}" type="slidenum">
              <a:rPr lang="en-GB" smtClean="0"/>
              <a:t>‹#›</a:t>
            </a:fld>
            <a:endParaRPr lang="en-GB"/>
          </a:p>
        </p:txBody>
      </p:sp>
    </p:spTree>
    <p:extLst>
      <p:ext uri="{BB962C8B-B14F-4D97-AF65-F5344CB8AC3E}">
        <p14:creationId xmlns:p14="http://schemas.microsoft.com/office/powerpoint/2010/main" val="78769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cy-GB" sz="1200" kern="1200" dirty="0">
                <a:solidFill>
                  <a:schemeClr val="tx1"/>
                </a:solidFill>
                <a:effectLst/>
                <a:latin typeface="+mn-lt"/>
                <a:ea typeface="+mn-ea"/>
                <a:cs typeface="+mn-cs"/>
              </a:rPr>
            </a:br>
            <a:r>
              <a:rPr lang="cy-GB" sz="1200" kern="1200" dirty="0">
                <a:solidFill>
                  <a:schemeClr val="tx1"/>
                </a:solidFill>
                <a:effectLst/>
                <a:latin typeface="+mn-lt"/>
                <a:ea typeface="+mn-ea"/>
                <a:cs typeface="+mn-cs"/>
              </a:rPr>
              <a:t>You will be playing </a:t>
            </a:r>
            <a:r>
              <a:rPr lang="en-GB" noProof="0" dirty="0"/>
              <a:t>Fake News on a groupware platform called Miro, where you’ll be working together to remove fake news posts from social networking sites. It </a:t>
            </a:r>
            <a:r>
              <a:rPr lang="cy-GB" sz="1200" kern="1200" dirty="0">
                <a:solidFill>
                  <a:schemeClr val="tx1"/>
                </a:solidFill>
                <a:effectLst/>
                <a:latin typeface="+mn-lt"/>
                <a:ea typeface="+mn-ea"/>
                <a:cs typeface="+mn-cs"/>
              </a:rPr>
              <a:t>emulates real-life work restrictions as part of a group, using online platforms that you might have used for university group work. This will occur for 1 hour for 2 weeks, which you can attend online. After each one-hour session, we will ask you to fill out a Weekly Catch-up form on Microsoft Forms, inviting you to reflect on any experiences you had while playing and between sessions. On the 17th of November, we’ll hold an individual reflection, play a game, and fill out a form. On November 24th, we’ll play a game and fill out a form. We aren’t running a study alongside this; it’s just a totally optional extra to encourage you to think more about groupware and interaction. We’ll be recording a video of The TAs playing the game so you’ll have a rule book and a video to help you figure out the game. I’ll upload that video to the teams </a:t>
            </a:r>
            <a:r>
              <a:rPr lang="cy-GB" sz="1200" kern="1200">
                <a:solidFill>
                  <a:schemeClr val="tx1"/>
                </a:solidFill>
                <a:effectLst/>
                <a:latin typeface="+mn-lt"/>
                <a:ea typeface="+mn-ea"/>
                <a:cs typeface="+mn-cs"/>
              </a:rPr>
              <a:t>in advance, </a:t>
            </a:r>
            <a:r>
              <a:rPr lang="cy-GB" sz="1200" kern="1200" dirty="0">
                <a:solidFill>
                  <a:schemeClr val="tx1"/>
                </a:solidFill>
                <a:effectLst/>
                <a:latin typeface="+mn-lt"/>
                <a:ea typeface="+mn-ea"/>
                <a:cs typeface="+mn-cs"/>
              </a:rPr>
              <a:t>too. </a:t>
            </a:r>
            <a:endParaRPr lang="en-GB" dirty="0"/>
          </a:p>
        </p:txBody>
      </p:sp>
      <p:sp>
        <p:nvSpPr>
          <p:cNvPr id="4" name="Slide Number Placeholder 3"/>
          <p:cNvSpPr>
            <a:spLocks noGrp="1"/>
          </p:cNvSpPr>
          <p:nvPr>
            <p:ph type="sldNum" sz="quarter" idx="5"/>
          </p:nvPr>
        </p:nvSpPr>
        <p:spPr/>
        <p:txBody>
          <a:bodyPr/>
          <a:lstStyle/>
          <a:p>
            <a:fld id="{642DA5E6-D69A-44E3-B4EE-00F91A2BD848}" type="slidenum">
              <a:rPr lang="en-GB" smtClean="0"/>
              <a:t>1</a:t>
            </a:fld>
            <a:endParaRPr lang="en-GB"/>
          </a:p>
        </p:txBody>
      </p:sp>
    </p:spTree>
    <p:extLst>
      <p:ext uri="{BB962C8B-B14F-4D97-AF65-F5344CB8AC3E}">
        <p14:creationId xmlns:p14="http://schemas.microsoft.com/office/powerpoint/2010/main" val="3552347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9E5D3-3458-FA57-FDB6-FE7851545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8F00-C3AF-D76D-08DC-415C1AD44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7DED5-6601-51E3-57F6-B64550A7A615}"/>
              </a:ext>
            </a:extLst>
          </p:cNvPr>
          <p:cNvSpPr>
            <a:spLocks noGrp="1"/>
          </p:cNvSpPr>
          <p:nvPr>
            <p:ph type="body" idx="1"/>
          </p:nvPr>
        </p:nvSpPr>
        <p:spPr/>
        <p:txBody>
          <a:bodyPr/>
          <a:lstStyle/>
          <a:p>
            <a:pPr lvl="0">
              <a:lnSpc>
                <a:spcPct val="100000"/>
              </a:lnSpc>
            </a:pPr>
            <a:r>
              <a:rPr lang="en-GB" noProof="0" dirty="0"/>
              <a:t>You’ll get to play around with using groupware in similar context that it’s normally used in, which you’ll write about for your coursework, and it might give you some examples for the exam?</a:t>
            </a:r>
          </a:p>
          <a:p>
            <a:pPr lvl="0">
              <a:lnSpc>
                <a:spcPct val="100000"/>
              </a:lnSpc>
            </a:pPr>
            <a:r>
              <a:rPr lang="en-GB" noProof="0" dirty="0"/>
              <a:t>You’ll get extra contact hours, as Dan and the TAs will be present at the sessions</a:t>
            </a:r>
          </a:p>
        </p:txBody>
      </p:sp>
      <p:sp>
        <p:nvSpPr>
          <p:cNvPr id="4" name="Slide Number Placeholder 3">
            <a:extLst>
              <a:ext uri="{FF2B5EF4-FFF2-40B4-BE49-F238E27FC236}">
                <a16:creationId xmlns:a16="http://schemas.microsoft.com/office/drawing/2014/main" id="{8E05C7BB-27F2-C75B-6402-12795FD751D7}"/>
              </a:ext>
            </a:extLst>
          </p:cNvPr>
          <p:cNvSpPr>
            <a:spLocks noGrp="1"/>
          </p:cNvSpPr>
          <p:nvPr>
            <p:ph type="sldNum" sz="quarter" idx="5"/>
          </p:nvPr>
        </p:nvSpPr>
        <p:spPr/>
        <p:txBody>
          <a:bodyPr/>
          <a:lstStyle/>
          <a:p>
            <a:fld id="{642DA5E6-D69A-44E3-B4EE-00F91A2BD848}" type="slidenum">
              <a:rPr lang="en-GB" smtClean="0"/>
              <a:t>2</a:t>
            </a:fld>
            <a:endParaRPr lang="en-GB"/>
          </a:p>
        </p:txBody>
      </p:sp>
    </p:spTree>
    <p:extLst>
      <p:ext uri="{BB962C8B-B14F-4D97-AF65-F5344CB8AC3E}">
        <p14:creationId xmlns:p14="http://schemas.microsoft.com/office/powerpoint/2010/main" val="387785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1A190CE-EFD0-4F3A-A8CF-ED3F2E5D5FEC}"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1167735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A190CE-EFD0-4F3A-A8CF-ED3F2E5D5FEC}"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419073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1A190CE-EFD0-4F3A-A8CF-ED3F2E5D5FEC}"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2360578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1A190CE-EFD0-4F3A-A8CF-ED3F2E5D5FEC}"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3837584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1A190CE-EFD0-4F3A-A8CF-ED3F2E5D5FEC}" type="datetimeFigureOut">
              <a:rPr lang="en-GB" smtClean="0"/>
              <a:t>20/10/2025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276723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1A190CE-EFD0-4F3A-A8CF-ED3F2E5D5FEC}" type="datetimeFigureOut">
              <a:rPr lang="en-GB" smtClean="0"/>
              <a:t>20/10/2025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1566137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A190CE-EFD0-4F3A-A8CF-ED3F2E5D5FEC}" type="datetimeFigureOut">
              <a:rPr lang="en-GB" smtClean="0"/>
              <a:t>20/10/2025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4084245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1A190CE-EFD0-4F3A-A8CF-ED3F2E5D5FEC}"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2784474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1A190CE-EFD0-4F3A-A8CF-ED3F2E5D5FEC}" type="datetimeFigureOut">
              <a:rPr lang="en-GB" smtClean="0"/>
              <a:t>20/10/2025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2964228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A190CE-EFD0-4F3A-A8CF-ED3F2E5D5FEC}"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3333162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A190CE-EFD0-4F3A-A8CF-ED3F2E5D5FEC}" type="datetimeFigureOut">
              <a:rPr lang="en-GB" smtClean="0"/>
              <a:t>20/10/2025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85005AF-B66E-498A-BB9A-D48C0BB00B59}" type="slidenum">
              <a:rPr lang="en-GB" smtClean="0"/>
              <a:t>‹#›</a:t>
            </a:fld>
            <a:endParaRPr lang="en-GB"/>
          </a:p>
        </p:txBody>
      </p:sp>
    </p:spTree>
    <p:extLst>
      <p:ext uri="{BB962C8B-B14F-4D97-AF65-F5344CB8AC3E}">
        <p14:creationId xmlns:p14="http://schemas.microsoft.com/office/powerpoint/2010/main" val="4245319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A190CE-EFD0-4F3A-A8CF-ED3F2E5D5FEC}" type="datetimeFigureOut">
              <a:rPr lang="en-GB" smtClean="0"/>
              <a:t>20/10/2025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005AF-B66E-498A-BB9A-D48C0BB00B59}" type="slidenum">
              <a:rPr lang="en-GB" smtClean="0"/>
              <a:t>‹#›</a:t>
            </a:fld>
            <a:endParaRPr lang="en-GB"/>
          </a:p>
        </p:txBody>
      </p:sp>
    </p:spTree>
    <p:extLst>
      <p:ext uri="{BB962C8B-B14F-4D97-AF65-F5344CB8AC3E}">
        <p14:creationId xmlns:p14="http://schemas.microsoft.com/office/powerpoint/2010/main" val="2776053201"/>
      </p:ext>
    </p:extLst>
  </p:cSld>
  <p:clrMap bg1="dk1" tx1="lt1" bg2="dk2" tx2="lt2" accent1="accent1" accent2="accent2" accent3="accent3" accent4="accent4" accent5="accent5" accent6="accent6" hlink="hlink" folHlink="folHlink"/>
  <p:sldLayoutIdLst>
    <p:sldLayoutId id="2147484308" r:id="rId1"/>
    <p:sldLayoutId id="2147484309" r:id="rId2"/>
    <p:sldLayoutId id="2147484310" r:id="rId3"/>
    <p:sldLayoutId id="2147484311" r:id="rId4"/>
    <p:sldLayoutId id="2147484312" r:id="rId5"/>
    <p:sldLayoutId id="2147484313" r:id="rId6"/>
    <p:sldLayoutId id="2147484314" r:id="rId7"/>
    <p:sldLayoutId id="2147484315" r:id="rId8"/>
    <p:sldLayoutId id="2147484316" r:id="rId9"/>
    <p:sldLayoutId id="2147484317" r:id="rId10"/>
    <p:sldLayoutId id="21474843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86FDD-BBB9-B93E-A9E4-5C7CFE7102A2}"/>
              </a:ext>
            </a:extLst>
          </p:cNvPr>
          <p:cNvSpPr>
            <a:spLocks noGrp="1"/>
          </p:cNvSpPr>
          <p:nvPr>
            <p:ph type="title"/>
          </p:nvPr>
        </p:nvSpPr>
        <p:spPr>
          <a:xfrm>
            <a:off x="643541" y="531980"/>
            <a:ext cx="10165731" cy="1002022"/>
          </a:xfrm>
        </p:spPr>
        <p:txBody>
          <a:bodyPr vert="horz" lIns="91440" tIns="45720" rIns="91440" bIns="45720" rtlCol="0" anchor="ctr">
            <a:normAutofit fontScale="90000"/>
          </a:bodyPr>
          <a:lstStyle/>
          <a:p>
            <a:r>
              <a:rPr lang="en-GB" sz="8000" kern="1200" noProof="0" dirty="0">
                <a:solidFill>
                  <a:schemeClr val="tx2">
                    <a:lumMod val="10000"/>
                  </a:schemeClr>
                </a:solidFill>
                <a:latin typeface="+mj-lt"/>
                <a:ea typeface="+mj-ea"/>
                <a:cs typeface="+mj-cs"/>
              </a:rPr>
              <a:t>The </a:t>
            </a:r>
            <a:r>
              <a:rPr lang="en-GB" sz="8000" dirty="0">
                <a:solidFill>
                  <a:schemeClr val="tx2">
                    <a:lumMod val="10000"/>
                  </a:schemeClr>
                </a:solidFill>
              </a:rPr>
              <a:t>Support Activity</a:t>
            </a:r>
            <a:endParaRPr lang="en-GB" sz="8000" kern="1200" noProof="0" dirty="0">
              <a:solidFill>
                <a:schemeClr val="tx2">
                  <a:lumMod val="10000"/>
                </a:schemeClr>
              </a:solidFill>
              <a:latin typeface="+mj-lt"/>
              <a:ea typeface="+mj-ea"/>
              <a:cs typeface="+mj-cs"/>
            </a:endParaRPr>
          </a:p>
        </p:txBody>
      </p:sp>
      <p:sp>
        <p:nvSpPr>
          <p:cNvPr id="4" name="TextBox 3">
            <a:extLst>
              <a:ext uri="{FF2B5EF4-FFF2-40B4-BE49-F238E27FC236}">
                <a16:creationId xmlns:a16="http://schemas.microsoft.com/office/drawing/2014/main" id="{DEA00B68-D17F-333C-45A8-C3D174D1A248}"/>
              </a:ext>
            </a:extLst>
          </p:cNvPr>
          <p:cNvSpPr txBox="1"/>
          <p:nvPr/>
        </p:nvSpPr>
        <p:spPr>
          <a:xfrm>
            <a:off x="3133076" y="882946"/>
            <a:ext cx="6074132" cy="5837949"/>
          </a:xfrm>
          <a:prstGeom prst="rect">
            <a:avLst/>
          </a:prstGeom>
        </p:spPr>
        <p:txBody>
          <a:bodyPr vert="horz" lIns="91440" tIns="45720" rIns="91440" bIns="45720" rtlCol="0" anchor="ctr">
            <a:normAutofit/>
          </a:bodyPr>
          <a:lstStyle/>
          <a:p>
            <a:pPr marL="342900" indent="-228600">
              <a:lnSpc>
                <a:spcPct val="200000"/>
              </a:lnSpc>
              <a:spcAft>
                <a:spcPts val="600"/>
              </a:spcAft>
              <a:buFont typeface="Arial" panose="020B0604020202020204" pitchFamily="34" charset="0"/>
              <a:buChar char="•"/>
            </a:pPr>
            <a:r>
              <a:rPr lang="en-GB" sz="2400" noProof="0" dirty="0">
                <a:solidFill>
                  <a:schemeClr val="tx2">
                    <a:lumMod val="10000"/>
                    <a:alpha val="80000"/>
                  </a:schemeClr>
                </a:solidFill>
              </a:rPr>
              <a:t>Short Individual Reflection</a:t>
            </a:r>
          </a:p>
          <a:p>
            <a:pPr marL="342900" indent="-228600">
              <a:lnSpc>
                <a:spcPct val="200000"/>
              </a:lnSpc>
              <a:spcAft>
                <a:spcPts val="600"/>
              </a:spcAft>
              <a:buFont typeface="Arial" panose="020B0604020202020204" pitchFamily="34" charset="0"/>
              <a:buChar char="•"/>
            </a:pPr>
            <a:r>
              <a:rPr lang="en-GB" sz="2400" noProof="0" dirty="0">
                <a:solidFill>
                  <a:schemeClr val="tx2">
                    <a:lumMod val="10000"/>
                    <a:alpha val="80000"/>
                  </a:schemeClr>
                </a:solidFill>
              </a:rPr>
              <a:t>Playing a game called Fake News on Miro and Teams for 1 hour on the Friday Session</a:t>
            </a:r>
          </a:p>
          <a:p>
            <a:pPr marL="342900" indent="-228600">
              <a:lnSpc>
                <a:spcPct val="200000"/>
              </a:lnSpc>
              <a:spcAft>
                <a:spcPts val="600"/>
              </a:spcAft>
              <a:buFont typeface="Arial" panose="020B0604020202020204" pitchFamily="34" charset="0"/>
              <a:buChar char="•"/>
            </a:pPr>
            <a:r>
              <a:rPr lang="en-GB" sz="2400" noProof="0" dirty="0">
                <a:solidFill>
                  <a:schemeClr val="tx2">
                    <a:lumMod val="10000"/>
                    <a:alpha val="80000"/>
                  </a:schemeClr>
                </a:solidFill>
              </a:rPr>
              <a:t>Catch-up Form</a:t>
            </a:r>
          </a:p>
        </p:txBody>
      </p:sp>
      <p:sp>
        <p:nvSpPr>
          <p:cNvPr id="6" name="TextBox 5">
            <a:extLst>
              <a:ext uri="{FF2B5EF4-FFF2-40B4-BE49-F238E27FC236}">
                <a16:creationId xmlns:a16="http://schemas.microsoft.com/office/drawing/2014/main" id="{E145FA87-8FA0-6C3A-DD8B-A98745AAA15C}"/>
              </a:ext>
            </a:extLst>
          </p:cNvPr>
          <p:cNvSpPr txBox="1"/>
          <p:nvPr/>
        </p:nvSpPr>
        <p:spPr>
          <a:xfrm>
            <a:off x="992473" y="3801920"/>
            <a:ext cx="2244181" cy="584775"/>
          </a:xfrm>
          <a:prstGeom prst="rect">
            <a:avLst/>
          </a:prstGeom>
          <a:noFill/>
          <a:ln>
            <a:noFill/>
          </a:ln>
        </p:spPr>
        <p:txBody>
          <a:bodyPr wrap="square" rtlCol="0">
            <a:spAutoFit/>
          </a:bodyPr>
          <a:lstStyle/>
          <a:p>
            <a:r>
              <a:rPr lang="en-GB" sz="3200" b="1" dirty="0">
                <a:solidFill>
                  <a:srgbClr val="7030A0"/>
                </a:solidFill>
                <a:latin typeface="Bradley Hand ITC" panose="03070402050302030203" pitchFamily="66" charset="0"/>
                <a:ea typeface="ADLaM Display" panose="020F0502020204030204" pitchFamily="2" charset="0"/>
                <a:cs typeface="ADLaM Display" panose="020F0502020204030204" pitchFamily="2" charset="0"/>
              </a:rPr>
              <a:t>21/11/25</a:t>
            </a:r>
          </a:p>
        </p:txBody>
      </p:sp>
      <p:sp>
        <p:nvSpPr>
          <p:cNvPr id="8" name="Left Brace 7">
            <a:extLst>
              <a:ext uri="{FF2B5EF4-FFF2-40B4-BE49-F238E27FC236}">
                <a16:creationId xmlns:a16="http://schemas.microsoft.com/office/drawing/2014/main" id="{D0F889A5-F333-5B55-A1C9-E75474F7EE1B}"/>
              </a:ext>
            </a:extLst>
          </p:cNvPr>
          <p:cNvSpPr/>
          <p:nvPr/>
        </p:nvSpPr>
        <p:spPr>
          <a:xfrm>
            <a:off x="2878044" y="2058008"/>
            <a:ext cx="615941" cy="4001570"/>
          </a:xfrm>
          <a:prstGeom prst="leftBrace">
            <a:avLst/>
          </a:prstGeom>
          <a:ln w="38100">
            <a:solidFill>
              <a:srgbClr val="7030A0"/>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8C128AB0-C596-CD8E-D402-F3E8B831AC22}"/>
              </a:ext>
            </a:extLst>
          </p:cNvPr>
          <p:cNvSpPr txBox="1"/>
          <p:nvPr/>
        </p:nvSpPr>
        <p:spPr>
          <a:xfrm>
            <a:off x="9452562" y="4231958"/>
            <a:ext cx="2244181" cy="584775"/>
          </a:xfrm>
          <a:prstGeom prst="rect">
            <a:avLst/>
          </a:prstGeom>
          <a:noFill/>
          <a:ln>
            <a:noFill/>
          </a:ln>
        </p:spPr>
        <p:txBody>
          <a:bodyPr wrap="square" rtlCol="0">
            <a:spAutoFit/>
          </a:bodyPr>
          <a:lstStyle/>
          <a:p>
            <a:r>
              <a:rPr lang="en-GB" sz="3200" b="1" dirty="0">
                <a:solidFill>
                  <a:srgbClr val="E47147"/>
                </a:solidFill>
                <a:latin typeface="Bradley Hand ITC" panose="03070402050302030203" pitchFamily="66" charset="0"/>
                <a:ea typeface="ADLaM Display" panose="020F0502020204030204" pitchFamily="2" charset="0"/>
                <a:cs typeface="ADLaM Display" panose="020F0502020204030204" pitchFamily="2" charset="0"/>
              </a:rPr>
              <a:t>28/11/25</a:t>
            </a:r>
            <a:endParaRPr lang="en-GB" sz="2000" b="1" dirty="0">
              <a:solidFill>
                <a:srgbClr val="E47147"/>
              </a:solidFill>
              <a:latin typeface="Bradley Hand ITC" panose="03070402050302030203" pitchFamily="66" charset="0"/>
              <a:ea typeface="ADLaM Display" panose="020F0502020204030204" pitchFamily="2" charset="0"/>
              <a:cs typeface="ADLaM Display" panose="020F0502020204030204" pitchFamily="2" charset="0"/>
            </a:endParaRPr>
          </a:p>
        </p:txBody>
      </p:sp>
      <p:sp>
        <p:nvSpPr>
          <p:cNvPr id="7" name="Left Brace 6">
            <a:extLst>
              <a:ext uri="{FF2B5EF4-FFF2-40B4-BE49-F238E27FC236}">
                <a16:creationId xmlns:a16="http://schemas.microsoft.com/office/drawing/2014/main" id="{DD9797D4-FA0C-8812-40AA-33A6B237CF16}"/>
              </a:ext>
            </a:extLst>
          </p:cNvPr>
          <p:cNvSpPr/>
          <p:nvPr/>
        </p:nvSpPr>
        <p:spPr>
          <a:xfrm rot="10800000">
            <a:off x="8698015" y="2932979"/>
            <a:ext cx="615941" cy="3182733"/>
          </a:xfrm>
          <a:prstGeom prst="leftBrace">
            <a:avLst/>
          </a:prstGeom>
          <a:noFill/>
          <a:ln w="38100">
            <a:solidFill>
              <a:srgbClr val="E4714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4134140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6BF60F-3FE2-8C8A-6127-2F8CD12E2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418EF-F18E-C17B-E3AF-C025498DA0D4}"/>
              </a:ext>
            </a:extLst>
          </p:cNvPr>
          <p:cNvSpPr>
            <a:spLocks noGrp="1"/>
          </p:cNvSpPr>
          <p:nvPr>
            <p:ph type="title"/>
          </p:nvPr>
        </p:nvSpPr>
        <p:spPr>
          <a:xfrm>
            <a:off x="867828" y="542572"/>
            <a:ext cx="5228172" cy="1002022"/>
          </a:xfrm>
        </p:spPr>
        <p:txBody>
          <a:bodyPr vert="horz" lIns="91440" tIns="45720" rIns="91440" bIns="45720" rtlCol="0" anchor="ctr">
            <a:normAutofit fontScale="90000"/>
          </a:bodyPr>
          <a:lstStyle/>
          <a:p>
            <a:r>
              <a:rPr lang="en-GB" sz="8000" kern="1200" noProof="0" dirty="0">
                <a:solidFill>
                  <a:schemeClr val="tx2">
                    <a:lumMod val="10000"/>
                  </a:schemeClr>
                </a:solidFill>
                <a:latin typeface="+mj-lt"/>
                <a:ea typeface="+mj-ea"/>
                <a:cs typeface="+mj-cs"/>
              </a:rPr>
              <a:t>Benefits </a:t>
            </a:r>
          </a:p>
        </p:txBody>
      </p:sp>
      <p:graphicFrame>
        <p:nvGraphicFramePr>
          <p:cNvPr id="5" name="TextBox 4">
            <a:extLst>
              <a:ext uri="{FF2B5EF4-FFF2-40B4-BE49-F238E27FC236}">
                <a16:creationId xmlns:a16="http://schemas.microsoft.com/office/drawing/2014/main" id="{4AC03219-078F-69DD-1B09-77CC94B641EB}"/>
              </a:ext>
            </a:extLst>
          </p:cNvPr>
          <p:cNvGraphicFramePr/>
          <p:nvPr>
            <p:extLst>
              <p:ext uri="{D42A27DB-BD31-4B8C-83A1-F6EECF244321}">
                <p14:modId xmlns:p14="http://schemas.microsoft.com/office/powerpoint/2010/main" val="2085049396"/>
              </p:ext>
            </p:extLst>
          </p:nvPr>
        </p:nvGraphicFramePr>
        <p:xfrm>
          <a:off x="1532238" y="1544594"/>
          <a:ext cx="9193427" cy="4580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8272710"/>
      </p:ext>
    </p:extLst>
  </p:cSld>
  <p:clrMapOvr>
    <a:masterClrMapping/>
  </p:clrMapOvr>
</p:sld>
</file>

<file path=ppt/theme/theme1.xml><?xml version="1.0" encoding="utf-8"?>
<a:theme xmlns:a="http://schemas.openxmlformats.org/drawingml/2006/main" name="Office 2013 - 2022 Theme">
  <a:themeElements>
    <a:clrScheme name="Custom 1">
      <a:dk1>
        <a:srgbClr val="F4D99B"/>
      </a:dk1>
      <a:lt1>
        <a:srgbClr val="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cf2330e-d694-46a5-9daf-2b725ce5ebb5" xsi:nil="true"/>
    <lcf76f155ced4ddcb4097134ff3c332f xmlns="a795dd7b-fd44-42a5-a049-a0c17ac4107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gfen" ma:contentTypeID="0x0101005287003BE9ECEA4F94D7C6688CFB6DB4" ma:contentTypeVersion="11" ma:contentTypeDescription="Creu dogfen newydd." ma:contentTypeScope="" ma:versionID="f110530028fd7fef2dfc7237152f9bac">
  <xsd:schema xmlns:xsd="http://www.w3.org/2001/XMLSchema" xmlns:xs="http://www.w3.org/2001/XMLSchema" xmlns:p="http://schemas.microsoft.com/office/2006/metadata/properties" xmlns:ns2="a795dd7b-fd44-42a5-a049-a0c17ac41070" xmlns:ns3="fcf2330e-d694-46a5-9daf-2b725ce5ebb5" targetNamespace="http://schemas.microsoft.com/office/2006/metadata/properties" ma:root="true" ma:fieldsID="def24db7803f710c38c5c04829973def" ns2:_="" ns3:_="">
    <xsd:import namespace="a795dd7b-fd44-42a5-a049-a0c17ac41070"/>
    <xsd:import namespace="fcf2330e-d694-46a5-9daf-2b725ce5eb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95dd7b-fd44-42a5-a049-a0c17ac41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Tagiau Delwedd"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f2330e-d694-46a5-9daf-2b725ce5ebb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3f1e03c-9421-4877-b6e7-3e04a6047738}" ma:internalName="TaxCatchAll" ma:showField="CatchAllData" ma:web="fcf2330e-d694-46a5-9daf-2b725ce5eb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Math o Gynnwys"/>
        <xsd:element ref="dc:title" minOccurs="0" maxOccurs="1" ma:index="4" ma:displayName="Teit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A0006F-8A00-4D74-80C6-0A4AF17EB174}">
  <ds:schemaRefs>
    <ds:schemaRef ds:uri="http://www.w3.org/XML/1998/namespace"/>
    <ds:schemaRef ds:uri="fcf2330e-d694-46a5-9daf-2b725ce5ebb5"/>
    <ds:schemaRef ds:uri="http://purl.org/dc/elements/1.1/"/>
    <ds:schemaRef ds:uri="http://purl.org/dc/dcmitype/"/>
    <ds:schemaRef ds:uri="http://schemas.microsoft.com/office/2006/documentManagement/types"/>
    <ds:schemaRef ds:uri="http://schemas.openxmlformats.org/package/2006/metadata/core-properties"/>
    <ds:schemaRef ds:uri="http://purl.org/dc/terms/"/>
    <ds:schemaRef ds:uri="http://schemas.microsoft.com/office/2006/metadata/properties"/>
    <ds:schemaRef ds:uri="http://schemas.microsoft.com/office/infopath/2007/PartnerControls"/>
    <ds:schemaRef ds:uri="a795dd7b-fd44-42a5-a049-a0c17ac41070"/>
  </ds:schemaRefs>
</ds:datastoreItem>
</file>

<file path=customXml/itemProps2.xml><?xml version="1.0" encoding="utf-8"?>
<ds:datastoreItem xmlns:ds="http://schemas.openxmlformats.org/officeDocument/2006/customXml" ds:itemID="{279E46BA-A9CF-484F-B575-CF42C21B4F9E}">
  <ds:schemaRefs>
    <ds:schemaRef ds:uri="http://schemas.microsoft.com/sharepoint/v3/contenttype/forms"/>
  </ds:schemaRefs>
</ds:datastoreItem>
</file>

<file path=customXml/itemProps3.xml><?xml version="1.0" encoding="utf-8"?>
<ds:datastoreItem xmlns:ds="http://schemas.openxmlformats.org/officeDocument/2006/customXml" ds:itemID="{4324E3DC-D7C3-452C-B6B1-0FB0BCA747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95dd7b-fd44-42a5-a049-a0c17ac41070"/>
    <ds:schemaRef ds:uri="fcf2330e-d694-46a5-9daf-2b725ce5e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4511</TotalTime>
  <Words>298</Words>
  <Application>Microsoft Macintosh PowerPoint</Application>
  <PresentationFormat>Widescreen</PresentationFormat>
  <Paragraphs>14</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Arial</vt:lpstr>
      <vt:lpstr>Bradley Hand ITC</vt:lpstr>
      <vt:lpstr>Calibri</vt:lpstr>
      <vt:lpstr>Calibri Light</vt:lpstr>
      <vt:lpstr>Office 2013 - 2022 Theme</vt:lpstr>
      <vt:lpstr>The Support Activity</vt:lpstr>
      <vt:lpstr>Benefits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Grace Stangroome</dc:creator>
  <cp:lastModifiedBy>Grace Stangroome</cp:lastModifiedBy>
  <cp:revision>2</cp:revision>
  <dcterms:created xsi:type="dcterms:W3CDTF">2025-07-24T14:16:34Z</dcterms:created>
  <dcterms:modified xsi:type="dcterms:W3CDTF">2025-10-20T10:43:55Z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0x0101005287003BE9ECEA4F94D7C6688CFB6DB4</vt:lpwstr>
  </property>
  <property fmtid="{D5CDD505-2E9C-101B-9397-08002B2CF9AE}" pid="3" name="MediaServiceImageTags">
    <vt:lpwstr/>
  </property>
</Properties>
</file>